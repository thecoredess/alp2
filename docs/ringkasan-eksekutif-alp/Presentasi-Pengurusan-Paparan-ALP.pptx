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465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6E19DD-81D2-7E9D-C4A9-24C2325D58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061" b="6283"/>
          <a:stretch/>
        </p:blipFill>
        <p:spPr>
          <a:xfrm>
            <a:off x="4572000" y="543924"/>
            <a:ext cx="4475018" cy="405565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65760" y="1005840"/>
            <a:ext cx="388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Sumbangan</a:t>
            </a:r>
            <a:endParaRPr lang="en-US" sz="3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 DBKL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3520" y="2263987"/>
            <a:ext cx="489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Paparan ALP </a:t>
            </a:r>
          </a:p>
          <a:p>
            <a:pPr marL="0" indent="0">
              <a:buNone/>
            </a:pPr>
            <a:r>
              <a:rPr lang="en-US" sz="2200" dirty="0" err="1">
                <a:solidFill>
                  <a:srgbClr val="D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</a:t>
            </a:r>
            <a:r>
              <a:rPr lang="en-US" sz="2200" dirty="0">
                <a:solidFill>
                  <a:srgbClr val="D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Sumbangan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D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Pengurusan Tertinggi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DBKL · 2 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Maklumat Umum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172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dalam talian untuk permohonan sumbangan program oleh Ahli Lembaga Penasihat (ALP).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ALP log masuk dengan akaun sendiri — data permohonan diasingkan mengikut ALP.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Peruntukan tahunan dan baki sumbangan dipaparkan semasa ALP mengisi permohonan.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Semakan dalaman JP, kelulusan PEPU, dan baucar diurus pihak DBKL; ALP melihat status ringkas tanpa perlu memahami langkah dalaman.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 operasi: https://apps.dbkl.gov.my/sumbangan_alp/login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ALP dalam Sistem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254759"/>
            <a:ext cx="7772400" cy="2218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masuk → papan pemuka / ringkasan peruntukan (mengikut peranan).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Permohonan Saya — senarai draf, dalam semakan, diluluskan, ditolak.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Baharu — mulakan wizard tiga langkah.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Butiran permohonan — borang, lampiran, tab Status (timeline), muat turun PDF borang (jika diluluskan).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5666" y="259927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Proses — Sudut ALP</a:t>
            </a:r>
            <a:endParaRPr lang="en-US" sz="2800" dirty="0"/>
          </a:p>
        </p:txBody>
      </p:sp>
      <p:pic>
        <p:nvPicPr>
          <p:cNvPr id="4" name="Image 0" descr="C:\xampp2\htdocs\Alp2\docs\ringkasan-eksekutif-alp\assets\flow-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5666" y="808567"/>
            <a:ext cx="7564121" cy="4220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Rajah: tindakan ALP (kiri &amp; bawah) vs proses DBKL (ALP hanya menunggu &amp; pantau).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</a:t>
            </a: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 Langkah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69576"/>
            <a:ext cx="7772400" cy="2604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— Borang </a:t>
            </a:r>
            <a:r>
              <a:rPr lang="en-US" sz="18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Penyaluran</a:t>
            </a: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Sumbangan</a:t>
            </a: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maklumat program &amp; penerima.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— Muat naik dokumen sokongan (PDF/imej) mengikut senarai semak.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 — Semak ringkasan &amp; hantar kepada Jabatan Pentadbiran (JP).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Selepas hantar: ALP boleh serah salinan fizikal lampiran kepada JP jika dikehendaki proses pejabat.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1" y="175260"/>
            <a:ext cx="567605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— Borang Penyaluran</a:t>
            </a:r>
            <a:endParaRPr lang="en-US" sz="2800" dirty="0"/>
          </a:p>
        </p:txBody>
      </p:sp>
      <p:pic>
        <p:nvPicPr>
          <p:cNvPr id="4" name="Image 0" descr="C:\xampp2\htdocs\Alp2\docs\ringkasan-eksekutif-alp\assets\borang-penyalur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906780"/>
            <a:ext cx="5000588" cy="41647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skrin: wizard langkah 1 aktif; medan a–i termasuk ROS, tarikh program, jumlah, tujuan, bank, alamat WP KL.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4454" y="1752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— Muat Naik Dokumen</a:t>
            </a:r>
            <a:endParaRPr lang="en-US" sz="2800" dirty="0"/>
          </a:p>
        </p:txBody>
      </p:sp>
      <p:pic>
        <p:nvPicPr>
          <p:cNvPr id="4" name="Image 0" descr="C:\xampp2\htdocs\Alp2\docs\ringkasan-eksekutif-alp\assets\muat-naik-dokume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990600"/>
            <a:ext cx="813816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skrin: kemajuan lampiran; borang digital tidak perlu dimuat naik semula.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 — Hantar kepada JP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772400" cy="259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semak lampiran wajib dan baki peruntukan ALP mencukupi.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 sahkan dan hantar — status bertukar kepada permohonan dihantar.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JP minta pembetulan: status Perlu Pembetulan — ALP edit borang/lampiran dan hantar semula.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Notis program: tarikh program biasanya ≥ 2 bulan dari tarikh hantar (polisi boleh dikonfigurasi).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8487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 Status — Paparan ALP</a:t>
            </a:r>
            <a:endParaRPr lang="en-US" sz="2800" dirty="0"/>
          </a:p>
        </p:txBody>
      </p:sp>
      <p:pic>
        <p:nvPicPr>
          <p:cNvPr id="4" name="Image 0" descr="C:\xampp2\htdocs\Alp2\docs\ringkasan-eksekutif-alp\assets\status-permohonan-al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784436"/>
            <a:ext cx="813816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06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ALP: dihantar → semakan jabatan (termasuk kelulusan) → baucar → laporan aktiviti.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2E5BFF"/>
          </a:solidFill>
          <a:ln w="12700">
            <a:solidFill>
              <a:srgbClr val="2E5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Selepas Program — Tanggungjawab ALP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96147" y="1076959"/>
            <a:ext cx="7772400" cy="2401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Apabila permohonan diluluskan dan program siap, ALP muat naik laporan aktiviti / report card.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Semakan bayaran: ALP boleh rujuk portal dbayar DBKL apabila baucar disedia (maklumat dipaparkan dalam sistem).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rekod kekal dalam Permohonan Saya untuk rujukan audit ALP sendiri.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7746" y="11176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ALP: isi borang → lampiran → hantar → pantau status → laporan program.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Pengurusan: fahami skop paparan pemohon; proses kelulusan kekal di tangan DBKL.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soalan: rujuk manual ALP atau sesi UAT dengan akaun peranan ALP.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66928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487</Words>
  <Application>Microsoft Office PowerPoint</Application>
  <PresentationFormat>On-screen Show (16:9)</PresentationFormat>
  <Paragraphs>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Pengurusan — Paparan ALP</dc:title>
  <dc:subject>Paparan ALP — permohonan sumbangan</dc:subject>
  <dc:creator>Sistem Sumbangan ALP DBKL</dc:creator>
  <cp:lastModifiedBy>ahmadk</cp:lastModifiedBy>
  <cp:revision>2</cp:revision>
  <dcterms:created xsi:type="dcterms:W3CDTF">2026-10-02T06:22:40Z</dcterms:created>
  <dcterms:modified xsi:type="dcterms:W3CDTF">2026-10-02T06:33:21Z</dcterms:modified>
</cp:coreProperties>
</file>